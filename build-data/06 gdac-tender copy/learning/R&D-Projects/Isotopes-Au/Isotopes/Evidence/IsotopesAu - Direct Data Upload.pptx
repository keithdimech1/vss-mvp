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ecf1d3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ecf1d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becf1d3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becf1d3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d1f347b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d1f347b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d1f347b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d1f347b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d1f347b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d1f347b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becf1d3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becf1d3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IsotopesAu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Data Upload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Upload Wizard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Data Upload via Adapters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225" y="1492382"/>
            <a:ext cx="6337650" cy="34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50595" l="0" r="0" t="0"/>
          <a:stretch/>
        </p:blipFill>
        <p:spPr>
          <a:xfrm>
            <a:off x="679914" y="2036675"/>
            <a:ext cx="7495771" cy="310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Data Upload in the Data Section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209200" y="2083250"/>
            <a:ext cx="2850600" cy="203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656000" y="843565"/>
            <a:ext cx="1176300" cy="572700"/>
          </a:xfrm>
          <a:prstGeom prst="wedgeRoundRectCallout">
            <a:avLst>
              <a:gd fmla="val -54484" name="adj1"/>
              <a:gd fmla="val 150936" name="adj2"/>
              <a:gd fmla="val 0" name="adj3"/>
            </a:avLst>
          </a:prstGeom>
          <a:solidFill>
            <a:srgbClr val="FFFBD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Data Section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36975" y="843575"/>
            <a:ext cx="1409400" cy="793800"/>
          </a:xfrm>
          <a:prstGeom prst="wedgeRoundRectCallout">
            <a:avLst>
              <a:gd fmla="val 35607" name="adj1"/>
              <a:gd fmla="val 93597" name="adj2"/>
              <a:gd fmla="val 0" name="adj3"/>
            </a:avLst>
          </a:prstGeom>
          <a:solidFill>
            <a:srgbClr val="FFFBD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Specialized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Isotope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Section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35322" l="14264" r="12243" t="25806"/>
          <a:stretch/>
        </p:blipFill>
        <p:spPr>
          <a:xfrm>
            <a:off x="2697050" y="2344750"/>
            <a:ext cx="850500" cy="19665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 rot="1086036">
            <a:off x="3357418" y="2125748"/>
            <a:ext cx="1885825" cy="240210"/>
          </a:xfrm>
          <a:prstGeom prst="rightArrow">
            <a:avLst>
              <a:gd fmla="val 50000" name="adj1"/>
              <a:gd fmla="val 87593" name="adj2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796050" y="1795249"/>
            <a:ext cx="652500" cy="288000"/>
          </a:xfrm>
          <a:prstGeom prst="wedgeRoundRectCallout">
            <a:avLst>
              <a:gd fmla="val 4996" name="adj1"/>
              <a:gd fmla="val 142856" name="adj2"/>
              <a:gd fmla="val 0" name="adj3"/>
            </a:avLst>
          </a:prstGeom>
          <a:solidFill>
            <a:srgbClr val="FFFBD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Click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600" y="941525"/>
            <a:ext cx="776325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702750" y="941975"/>
            <a:ext cx="7763400" cy="3821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a Wizard Upload Workshop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Template?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Data?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Preparing Accounts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…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Thanks!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of Direct Data Upload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sections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Specialised Section (e.g. map to visualize isotope data)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Section (generic, all data can be handled)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Packages (Package per Project)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Package States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PRIVATE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Browsing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