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e1aed07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e1aed0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e1aed078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fe1aed07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e1aed078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e1aed078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e1aed078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e1aed078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e1aed078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e1aed078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e1aed078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e1aed078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e1aed078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fe1aed078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e1aed078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e1aed078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e1aed078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e1aed078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e1aed078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fe1aed078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e1aed078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fe1aed078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e9a89e80f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e9a89e80f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572f910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572f910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f52591b3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f52591b3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52591b32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f52591b32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e9a89e80f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e9a89e80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docs.google.com/spreadsheets/d/1BHN1w1_zBh2qr__xCxBEBaxhxoPrHszlSbtSp-cH7wU/edit?gid=438698195#gid=438698195" TargetMode="External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Isotopes.au Team Meeting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CSIRO &amp; ANSTO</a:t>
            </a:r>
            <a:r>
              <a:rPr lang="en"/>
              <a:t> &amp; </a:t>
            </a:r>
            <a:r>
              <a:rPr lang="en"/>
              <a:t>GA</a:t>
            </a:r>
            <a:r>
              <a:rPr lang="en"/>
              <a:t> &amp; </a:t>
            </a:r>
            <a:r>
              <a:rPr lang="en"/>
              <a:t>Lithodat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Goal of Today’s Meeting: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713150"/>
            <a:ext cx="8520600" cy="22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Understanding the </a:t>
            </a:r>
            <a:r>
              <a:rPr b="1" lang="en" sz="2800"/>
              <a:t>Adapter</a:t>
            </a:r>
            <a:r>
              <a:rPr lang="en" sz="2800"/>
              <a:t> Development Process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The adapters need to implement a lot of expert knowledge. Next slides will show with a concrete example how the knowledge can be transferred from the experts to the developers.</a:t>
            </a:r>
            <a:endParaRPr sz="1700"/>
          </a:p>
        </p:txBody>
      </p:sp>
      <p:sp>
        <p:nvSpPr>
          <p:cNvPr id="62" name="Google Shape;62;p14"/>
          <p:cNvSpPr/>
          <p:nvPr/>
        </p:nvSpPr>
        <p:spPr>
          <a:xfrm>
            <a:off x="231750" y="1712000"/>
            <a:ext cx="7685400" cy="57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5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70" name="Google Shape;70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5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72" name="Google Shape;7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6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82" name="Google Shape;82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6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84" name="Google Shape;8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9325" y="140225"/>
            <a:ext cx="2054227" cy="1011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3180229" y="332292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86" name="Google Shape;86;p16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87" name="Google Shape;87;p16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7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95" name="Google Shape;95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7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97" name="Google Shape;97;p17"/>
          <p:cNvSpPr txBox="1"/>
          <p:nvPr/>
        </p:nvSpPr>
        <p:spPr>
          <a:xfrm>
            <a:off x="7027450" y="2070850"/>
            <a:ext cx="107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511600" y="237565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Technicals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7838275" y="238330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Mappings</a:t>
            </a:r>
            <a:endParaRPr sz="1700">
              <a:solidFill>
                <a:schemeClr val="dk2"/>
              </a:solidFill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>
            <a:off x="7767575" y="2242800"/>
            <a:ext cx="0" cy="156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7"/>
          <p:cNvCxnSpPr>
            <a:endCxn id="98" idx="0"/>
          </p:cNvCxnSpPr>
          <p:nvPr/>
        </p:nvCxnSpPr>
        <p:spPr>
          <a:xfrm flipH="1">
            <a:off x="7117150" y="1367950"/>
            <a:ext cx="732600" cy="10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" name="Google Shape;102;p17"/>
          <p:cNvCxnSpPr>
            <a:stCxn id="96" idx="1"/>
            <a:endCxn id="99" idx="0"/>
          </p:cNvCxnSpPr>
          <p:nvPr/>
        </p:nvCxnSpPr>
        <p:spPr>
          <a:xfrm>
            <a:off x="8081574" y="1411125"/>
            <a:ext cx="362400" cy="9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" name="Google Shape;103;p17"/>
          <p:cNvSpPr/>
          <p:nvPr/>
        </p:nvSpPr>
        <p:spPr>
          <a:xfrm>
            <a:off x="8100935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104" name="Google Shape;104;p17"/>
          <p:cNvSpPr/>
          <p:nvPr/>
        </p:nvSpPr>
        <p:spPr>
          <a:xfrm>
            <a:off x="6812260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8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112" name="Google Shape;112;p18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113" name="Google Shape;113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8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15" name="Google Shape;115;p18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116" name="Google Shape;116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8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118" name="Google Shape;118;p18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119" name="Google Shape;119;p18"/>
          <p:cNvCxnSpPr>
            <a:stCxn id="114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" name="Google Shape;120;p18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5906025" y="2200750"/>
            <a:ext cx="1375500" cy="572700"/>
          </a:xfrm>
          <a:prstGeom prst="wedgeRoundRectCallout">
            <a:avLst>
              <a:gd fmla="val -109784" name="adj1"/>
              <a:gd fmla="val 53942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Coder releases version when finished.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1293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123" name="Google Shape;123;p18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124" name="Google Shape;124;p18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9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134" name="Google Shape;134;p19"/>
            <p:cNvPicPr preferRelativeResize="0"/>
            <p:nvPr/>
          </p:nvPicPr>
          <p:blipFill rotWithShape="1">
            <a:blip r:embed="rId5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9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36" name="Google Shape;136;p19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137" name="Google Shape;137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9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7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139" name="Google Shape;139;p19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" name="Google Shape;140;p19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142" name="Google Shape;142;p19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4100" y="3519575"/>
            <a:ext cx="396300" cy="3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20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153" name="Google Shape;153;p20"/>
            <p:cNvPicPr preferRelativeResize="0"/>
            <p:nvPr/>
          </p:nvPicPr>
          <p:blipFill rotWithShape="1">
            <a:blip r:embed="rId6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20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55" name="Google Shape;155;p20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156" name="Google Shape;156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20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8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158" name="Google Shape;158;p20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9" name="Google Shape;159;p20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161" name="Google Shape;161;p20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162" name="Google Shape;162;p20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163" name="Google Shape;163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20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165" name="Google Shape;165;p20"/>
          <p:cNvCxnSpPr/>
          <p:nvPr/>
        </p:nvCxnSpPr>
        <p:spPr>
          <a:xfrm>
            <a:off x="7236775" y="2594175"/>
            <a:ext cx="897300" cy="9570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6" name="Google Shape;166;p20"/>
          <p:cNvSpPr txBox="1"/>
          <p:nvPr/>
        </p:nvSpPr>
        <p:spPr>
          <a:xfrm rot="2700000">
            <a:off x="7256190" y="2735209"/>
            <a:ext cx="910471" cy="6465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reports issue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8014250" y="3739775"/>
            <a:ext cx="91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Lian F.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>
            <a:off x="8305850" y="3984725"/>
            <a:ext cx="14700" cy="186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174" name="Google Shape;17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1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176" name="Google Shape;176;p21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177" name="Google Shape;17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1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79" name="Google Shape;179;p21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180" name="Google Shape;180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21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182" name="Google Shape;182;p21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183" name="Google Shape;183;p21"/>
          <p:cNvCxnSpPr>
            <a:stCxn id="178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4" name="Google Shape;184;p21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185" name="Google Shape;185;p21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186" name="Google Shape;186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21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188" name="Google Shape;188;p21"/>
          <p:cNvCxnSpPr/>
          <p:nvPr/>
        </p:nvCxnSpPr>
        <p:spPr>
          <a:xfrm>
            <a:off x="6384525" y="2108225"/>
            <a:ext cx="1644600" cy="2055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21"/>
          <p:cNvSpPr txBox="1"/>
          <p:nvPr/>
        </p:nvSpPr>
        <p:spPr>
          <a:xfrm rot="3014526">
            <a:off x="6814430" y="2695812"/>
            <a:ext cx="784777" cy="4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195" name="Google Shape;195;p22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196" name="Google Shape;196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2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2068875" y="8339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the expert needs: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1" name="Google Shape;20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22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204" name="Google Shape;204;p22"/>
            <p:cNvPicPr preferRelativeResize="0"/>
            <p:nvPr/>
          </p:nvPicPr>
          <p:blipFill rotWithShape="1">
            <a:blip r:embed="rId7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2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206" name="Google Shape;206;p22"/>
          <p:cNvCxnSpPr/>
          <p:nvPr/>
        </p:nvCxnSpPr>
        <p:spPr>
          <a:xfrm flipH="1" rot="10800000">
            <a:off x="1394100" y="2304425"/>
            <a:ext cx="1642500" cy="700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2"/>
          <p:cNvCxnSpPr/>
          <p:nvPr/>
        </p:nvCxnSpPr>
        <p:spPr>
          <a:xfrm flipH="1" rot="10800000">
            <a:off x="3615725" y="2821775"/>
            <a:ext cx="95700" cy="545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2"/>
          <p:cNvCxnSpPr/>
          <p:nvPr/>
        </p:nvCxnSpPr>
        <p:spPr>
          <a:xfrm rot="10800000">
            <a:off x="4513300" y="2648100"/>
            <a:ext cx="1374900" cy="693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214" name="Google Shape;214;p23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215" name="Google Shape;215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23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217" name="Google Shape;21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2145075" y="6815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to update the spec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0" name="Google Shape;22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23"/>
          <p:cNvGrpSpPr/>
          <p:nvPr/>
        </p:nvGrpSpPr>
        <p:grpSpPr>
          <a:xfrm>
            <a:off x="6409334" y="766838"/>
            <a:ext cx="1337781" cy="1083336"/>
            <a:chOff x="5658150" y="1181725"/>
            <a:chExt cx="919500" cy="673800"/>
          </a:xfrm>
        </p:grpSpPr>
        <p:pic>
          <p:nvPicPr>
            <p:cNvPr id="223" name="Google Shape;223;p2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919750" y="1181725"/>
              <a:ext cx="396300" cy="39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3"/>
            <p:cNvSpPr txBox="1"/>
            <p:nvPr/>
          </p:nvSpPr>
          <p:spPr>
            <a:xfrm>
              <a:off x="5658150" y="1578025"/>
              <a:ext cx="919500" cy="2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2"/>
                  </a:solidFill>
                </a:rPr>
                <a:t>Lian</a:t>
              </a:r>
              <a:endParaRPr sz="1700">
                <a:solidFill>
                  <a:schemeClr val="dk2"/>
                </a:solidFill>
              </a:endParaRPr>
            </a:p>
          </p:txBody>
        </p:sp>
      </p:grpSp>
      <p:grpSp>
        <p:nvGrpSpPr>
          <p:cNvPr id="225" name="Google Shape;225;p23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226" name="Google Shape;226;p23"/>
            <p:cNvPicPr preferRelativeResize="0"/>
            <p:nvPr/>
          </p:nvPicPr>
          <p:blipFill rotWithShape="1">
            <a:blip r:embed="rId8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3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228" name="Google Shape;228;p23"/>
          <p:cNvCxnSpPr/>
          <p:nvPr/>
        </p:nvCxnSpPr>
        <p:spPr>
          <a:xfrm>
            <a:off x="4419459" y="2571751"/>
            <a:ext cx="1500300" cy="810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3"/>
          <p:cNvCxnSpPr/>
          <p:nvPr/>
        </p:nvCxnSpPr>
        <p:spPr>
          <a:xfrm flipH="1" rot="10800000">
            <a:off x="4513300" y="1546800"/>
            <a:ext cx="1979700" cy="458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3"/>
          <p:cNvCxnSpPr/>
          <p:nvPr/>
        </p:nvCxnSpPr>
        <p:spPr>
          <a:xfrm flipH="1">
            <a:off x="6493025" y="2056125"/>
            <a:ext cx="203700" cy="980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3"/>
          <p:cNvSpPr txBox="1"/>
          <p:nvPr/>
        </p:nvSpPr>
        <p:spPr>
          <a:xfrm rot="1703636">
            <a:off x="4571941" y="2565206"/>
            <a:ext cx="1349439" cy="461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comments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232" name="Google Shape;232;p23"/>
          <p:cNvSpPr txBox="1"/>
          <p:nvPr/>
        </p:nvSpPr>
        <p:spPr>
          <a:xfrm rot="-715917">
            <a:off x="4727663" y="1438681"/>
            <a:ext cx="1349457" cy="461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feedback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233" name="Google Shape;233;p23"/>
          <p:cNvSpPr txBox="1"/>
          <p:nvPr/>
        </p:nvSpPr>
        <p:spPr>
          <a:xfrm rot="-4674635">
            <a:off x="5796029" y="2128882"/>
            <a:ext cx="1349325" cy="4617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edits</a:t>
            </a:r>
            <a:endParaRPr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Formular</a:t>
            </a:r>
            <a:endParaRPr/>
          </a:p>
        </p:txBody>
      </p:sp>
      <p:pic>
        <p:nvPicPr>
          <p:cNvPr id="239" name="Google Shape;2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321" y="1587074"/>
            <a:ext cx="2791725" cy="31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/>
          <p:nvPr>
            <p:ph type="title"/>
          </p:nvPr>
        </p:nvSpPr>
        <p:spPr>
          <a:xfrm>
            <a:off x="44875" y="41150"/>
            <a:ext cx="158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State </a:t>
            </a:r>
            <a:endParaRPr/>
          </a:p>
        </p:txBody>
      </p:sp>
      <p:pic>
        <p:nvPicPr>
          <p:cNvPr id="250" name="Google Shape;2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675" y="41150"/>
            <a:ext cx="7334327" cy="50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6"/>
          <p:cNvSpPr/>
          <p:nvPr/>
        </p:nvSpPr>
        <p:spPr>
          <a:xfrm>
            <a:off x="5862797" y="23413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252" name="Google Shape;252;p26"/>
          <p:cNvSpPr/>
          <p:nvPr/>
        </p:nvSpPr>
        <p:spPr>
          <a:xfrm>
            <a:off x="7841947" y="43060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253" name="Google Shape;253;p26"/>
          <p:cNvSpPr/>
          <p:nvPr/>
        </p:nvSpPr>
        <p:spPr>
          <a:xfrm>
            <a:off x="3886222" y="2385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254" name="Google Shape;254;p26"/>
          <p:cNvSpPr/>
          <p:nvPr/>
        </p:nvSpPr>
        <p:spPr>
          <a:xfrm>
            <a:off x="338010" y="14241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255" name="Google Shape;255;p26"/>
          <p:cNvSpPr/>
          <p:nvPr/>
        </p:nvSpPr>
        <p:spPr>
          <a:xfrm>
            <a:off x="338010" y="32661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</p:spPr>
      </p:sp>
      <p:sp>
        <p:nvSpPr>
          <p:cNvPr id="256" name="Google Shape;256;p26"/>
          <p:cNvSpPr txBox="1"/>
          <p:nvPr/>
        </p:nvSpPr>
        <p:spPr>
          <a:xfrm>
            <a:off x="93938" y="2018525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Technically Working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93938" y="3964500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Ready for Production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grpSp>
        <p:nvGrpSpPr>
          <p:cNvPr id="263" name="Google Shape;263;p27"/>
          <p:cNvGrpSpPr/>
          <p:nvPr/>
        </p:nvGrpSpPr>
        <p:grpSpPr>
          <a:xfrm>
            <a:off x="392870" y="445624"/>
            <a:ext cx="7837918" cy="4664355"/>
            <a:chOff x="392875" y="941525"/>
            <a:chExt cx="6978824" cy="4168324"/>
          </a:xfrm>
        </p:grpSpPr>
        <p:grpSp>
          <p:nvGrpSpPr>
            <p:cNvPr id="264" name="Google Shape;264;p27"/>
            <p:cNvGrpSpPr/>
            <p:nvPr/>
          </p:nvGrpSpPr>
          <p:grpSpPr>
            <a:xfrm>
              <a:off x="392875" y="941525"/>
              <a:ext cx="6978824" cy="4168324"/>
              <a:chOff x="392875" y="941525"/>
              <a:chExt cx="6978824" cy="4168324"/>
            </a:xfrm>
          </p:grpSpPr>
          <p:sp>
            <p:nvSpPr>
              <p:cNvPr id="265" name="Google Shape;265;p27"/>
              <p:cNvSpPr/>
              <p:nvPr/>
            </p:nvSpPr>
            <p:spPr>
              <a:xfrm>
                <a:off x="5744600" y="2217025"/>
                <a:ext cx="1041300" cy="153900"/>
              </a:xfrm>
              <a:prstGeom prst="rect">
                <a:avLst/>
              </a:prstGeom>
              <a:solidFill>
                <a:srgbClr val="9F8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66" name="Google Shape;266;p27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92875" y="941525"/>
                <a:ext cx="6978824" cy="41683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7" name="Google Shape;267;p27"/>
              <p:cNvSpPr/>
              <p:nvPr/>
            </p:nvSpPr>
            <p:spPr>
              <a:xfrm>
                <a:off x="5979975" y="3592600"/>
                <a:ext cx="591600" cy="141600"/>
              </a:xfrm>
              <a:prstGeom prst="rect">
                <a:avLst/>
              </a:prstGeom>
              <a:solidFill>
                <a:srgbClr val="9F8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7"/>
              <p:cNvSpPr/>
              <p:nvPr/>
            </p:nvSpPr>
            <p:spPr>
              <a:xfrm>
                <a:off x="5987210" y="2287384"/>
                <a:ext cx="591600" cy="141600"/>
              </a:xfrm>
              <a:prstGeom prst="rect">
                <a:avLst/>
              </a:prstGeom>
              <a:solidFill>
                <a:srgbClr val="9F8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9" name="Google Shape;269;p27"/>
            <p:cNvGrpSpPr/>
            <p:nvPr/>
          </p:nvGrpSpPr>
          <p:grpSpPr>
            <a:xfrm>
              <a:off x="5519305" y="2437466"/>
              <a:ext cx="122411" cy="144243"/>
              <a:chOff x="6439200" y="3003650"/>
              <a:chExt cx="154325" cy="181850"/>
            </a:xfrm>
          </p:grpSpPr>
          <p:sp>
            <p:nvSpPr>
              <p:cNvPr id="270" name="Google Shape;270;p27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7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" name="Google Shape;272;p27"/>
            <p:cNvGrpSpPr/>
            <p:nvPr/>
          </p:nvGrpSpPr>
          <p:grpSpPr>
            <a:xfrm>
              <a:off x="6408009" y="3221141"/>
              <a:ext cx="122411" cy="144243"/>
              <a:chOff x="6439200" y="3003650"/>
              <a:chExt cx="154325" cy="181850"/>
            </a:xfrm>
          </p:grpSpPr>
          <p:sp>
            <p:nvSpPr>
              <p:cNvPr id="273" name="Google Shape;273;p27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7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5" name="Google Shape;275;p27"/>
            <p:cNvSpPr/>
            <p:nvPr/>
          </p:nvSpPr>
          <p:spPr>
            <a:xfrm>
              <a:off x="4927275" y="2432650"/>
              <a:ext cx="5745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Adapter 3</a:t>
              </a:r>
              <a:endParaRPr sz="600"/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6195284" y="3217071"/>
              <a:ext cx="1923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1</a:t>
              </a:r>
              <a:endParaRPr sz="600"/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5890484" y="2889843"/>
              <a:ext cx="1923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2</a:t>
              </a:r>
              <a:endParaRPr sz="600"/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6074228" y="3042243"/>
              <a:ext cx="2028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4</a:t>
              </a:r>
              <a:endParaRPr sz="600"/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5471922" y="2585043"/>
              <a:ext cx="2028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5</a:t>
              </a:r>
              <a:endParaRPr sz="600"/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5676472" y="2737443"/>
              <a:ext cx="2028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6</a:t>
              </a:r>
              <a:endParaRPr sz="600"/>
            </a:p>
          </p:txBody>
        </p:sp>
        <p:grpSp>
          <p:nvGrpSpPr>
            <p:cNvPr id="281" name="Google Shape;281;p27"/>
            <p:cNvGrpSpPr/>
            <p:nvPr/>
          </p:nvGrpSpPr>
          <p:grpSpPr>
            <a:xfrm>
              <a:off x="6110685" y="2893913"/>
              <a:ext cx="122411" cy="144243"/>
              <a:chOff x="6439200" y="3003650"/>
              <a:chExt cx="154325" cy="181850"/>
            </a:xfrm>
          </p:grpSpPr>
          <p:sp>
            <p:nvSpPr>
              <p:cNvPr id="282" name="Google Shape;282;p27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7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4" name="Google Shape;284;p27"/>
            <p:cNvGrpSpPr/>
            <p:nvPr/>
          </p:nvGrpSpPr>
          <p:grpSpPr>
            <a:xfrm>
              <a:off x="6278037" y="3046313"/>
              <a:ext cx="122411" cy="144243"/>
              <a:chOff x="6439200" y="3003650"/>
              <a:chExt cx="154325" cy="181850"/>
            </a:xfrm>
          </p:grpSpPr>
          <p:sp>
            <p:nvSpPr>
              <p:cNvPr id="285" name="Google Shape;285;p27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7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7" name="Google Shape;287;p27"/>
            <p:cNvGrpSpPr/>
            <p:nvPr/>
          </p:nvGrpSpPr>
          <p:grpSpPr>
            <a:xfrm>
              <a:off x="5683389" y="2589113"/>
              <a:ext cx="122411" cy="144243"/>
              <a:chOff x="6439200" y="3003650"/>
              <a:chExt cx="154325" cy="181850"/>
            </a:xfrm>
          </p:grpSpPr>
          <p:sp>
            <p:nvSpPr>
              <p:cNvPr id="288" name="Google Shape;288;p27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7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0" name="Google Shape;290;p27"/>
            <p:cNvGrpSpPr/>
            <p:nvPr/>
          </p:nvGrpSpPr>
          <p:grpSpPr>
            <a:xfrm>
              <a:off x="5910549" y="2741513"/>
              <a:ext cx="122411" cy="144243"/>
              <a:chOff x="6439200" y="3003650"/>
              <a:chExt cx="154325" cy="181850"/>
            </a:xfrm>
          </p:grpSpPr>
          <p:sp>
            <p:nvSpPr>
              <p:cNvPr id="291" name="Google Shape;291;p27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7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All Feedback and Issues can be managed in Jira</a:t>
            </a:r>
            <a:endParaRPr/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850" y="931725"/>
            <a:ext cx="4681116" cy="40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Mails with instructions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311700" y="1022925"/>
            <a:ext cx="282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Who are the </a:t>
            </a:r>
            <a:r>
              <a:rPr lang="en" sz="1800">
                <a:solidFill>
                  <a:schemeClr val="dk2"/>
                </a:solidFill>
              </a:rPr>
              <a:t>recipients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5" name="Google Shape;3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797650"/>
            <a:ext cx="3603575" cy="20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/>
          <p:cNvSpPr/>
          <p:nvPr/>
        </p:nvSpPr>
        <p:spPr>
          <a:xfrm>
            <a:off x="181600" y="186500"/>
            <a:ext cx="5114100" cy="418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