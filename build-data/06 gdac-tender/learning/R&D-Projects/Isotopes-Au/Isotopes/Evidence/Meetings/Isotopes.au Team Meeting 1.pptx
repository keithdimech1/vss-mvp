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9a89e80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e9a89e80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9a89e80f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e9a89e80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e9a89e80f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e9a89e80f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9a89e80f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9a89e80f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9a89e80f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e9a89e80f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9a89e80fc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e9a89e80fc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fc73427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efc73427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fc73427c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efc73427c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e9a89e80f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e9a89e80f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Isotopes.au Team Meeting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CSIRO &amp; ANSTO</a:t>
            </a:r>
            <a:r>
              <a:rPr lang="en"/>
              <a:t> &amp; </a:t>
            </a:r>
            <a:r>
              <a:rPr lang="en"/>
              <a:t>GA</a:t>
            </a:r>
            <a:r>
              <a:rPr lang="en"/>
              <a:t> &amp; </a:t>
            </a:r>
            <a:r>
              <a:rPr lang="en"/>
              <a:t>Lithodat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Lithodat internal Timeline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6059" l="0" r="0" t="0"/>
          <a:stretch/>
        </p:blipFill>
        <p:spPr>
          <a:xfrm>
            <a:off x="404025" y="875150"/>
            <a:ext cx="8206575" cy="40208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6080900" y="2174200"/>
            <a:ext cx="240600" cy="122700"/>
          </a:xfrm>
          <a:prstGeom prst="leftRightArrow">
            <a:avLst>
              <a:gd fmla="val 19967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6321500" y="1413475"/>
            <a:ext cx="1349700" cy="412500"/>
          </a:xfrm>
          <a:prstGeom prst="wedgeRoundRectCallout">
            <a:avLst>
              <a:gd fmla="val -52552" name="adj1"/>
              <a:gd fmla="val 136800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99999"/>
                </a:solidFill>
              </a:rPr>
              <a:t>Starting early with LabData Adapter implementation</a:t>
            </a:r>
            <a:endParaRPr sz="7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Lithodat internal Timeline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6059" l="0" r="0" t="0"/>
          <a:stretch/>
        </p:blipFill>
        <p:spPr>
          <a:xfrm>
            <a:off x="404025" y="875150"/>
            <a:ext cx="8206575" cy="40208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6080900" y="2174200"/>
            <a:ext cx="240600" cy="122700"/>
          </a:xfrm>
          <a:prstGeom prst="leftRightArrow">
            <a:avLst>
              <a:gd fmla="val 19967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" name="Google Shape;71;p15"/>
          <p:cNvCxnSpPr/>
          <p:nvPr/>
        </p:nvCxnSpPr>
        <p:spPr>
          <a:xfrm>
            <a:off x="6090726" y="3239225"/>
            <a:ext cx="0" cy="68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/>
          <p:nvPr/>
        </p:nvSpPr>
        <p:spPr>
          <a:xfrm>
            <a:off x="6723975" y="2851500"/>
            <a:ext cx="2277300" cy="530100"/>
          </a:xfrm>
          <a:prstGeom prst="wedgeRoundRectCallout">
            <a:avLst>
              <a:gd fmla="val -76945" name="adj1"/>
              <a:gd fmla="val 39279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99999"/>
                </a:solidFill>
              </a:rPr>
              <a:t>Test version is ready. Only thing to do for getting feedback is to assign url </a:t>
            </a:r>
            <a:r>
              <a:rPr b="1" lang="en" sz="700">
                <a:solidFill>
                  <a:srgbClr val="999999"/>
                </a:solidFill>
              </a:rPr>
              <a:t>test.isotopes.au</a:t>
            </a:r>
            <a:endParaRPr b="1" sz="7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99999"/>
                </a:solidFill>
              </a:rPr>
              <a:t>(Instructions have been sent today.)</a:t>
            </a:r>
            <a:endParaRPr sz="7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Lithodat internal Timeline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6059" l="0" r="0" t="0"/>
          <a:stretch/>
        </p:blipFill>
        <p:spPr>
          <a:xfrm>
            <a:off x="404025" y="875150"/>
            <a:ext cx="8206575" cy="40208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6080900" y="2174200"/>
            <a:ext cx="240600" cy="122700"/>
          </a:xfrm>
          <a:prstGeom prst="leftRightArrow">
            <a:avLst>
              <a:gd fmla="val 19967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" name="Google Shape;80;p16"/>
          <p:cNvCxnSpPr/>
          <p:nvPr/>
        </p:nvCxnSpPr>
        <p:spPr>
          <a:xfrm>
            <a:off x="6105450" y="3239225"/>
            <a:ext cx="0" cy="68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1" name="Google Shape;81;p16"/>
          <p:cNvGrpSpPr/>
          <p:nvPr/>
        </p:nvGrpSpPr>
        <p:grpSpPr>
          <a:xfrm>
            <a:off x="6210600" y="3232250"/>
            <a:ext cx="154325" cy="181850"/>
            <a:chOff x="6439200" y="3003650"/>
            <a:chExt cx="154325" cy="181850"/>
          </a:xfrm>
        </p:grpSpPr>
        <p:sp>
          <p:nvSpPr>
            <p:cNvPr id="82" name="Google Shape;82;p16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6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" name="Google Shape;84;p16"/>
          <p:cNvGrpSpPr/>
          <p:nvPr/>
        </p:nvGrpSpPr>
        <p:grpSpPr>
          <a:xfrm>
            <a:off x="6439200" y="3222434"/>
            <a:ext cx="154325" cy="181850"/>
            <a:chOff x="6439200" y="3003650"/>
            <a:chExt cx="154325" cy="181850"/>
          </a:xfrm>
        </p:grpSpPr>
        <p:sp>
          <p:nvSpPr>
            <p:cNvPr id="85" name="Google Shape;85;p16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6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16"/>
          <p:cNvGrpSpPr/>
          <p:nvPr/>
        </p:nvGrpSpPr>
        <p:grpSpPr>
          <a:xfrm>
            <a:off x="6657984" y="3222434"/>
            <a:ext cx="154325" cy="181850"/>
            <a:chOff x="6439200" y="3003650"/>
            <a:chExt cx="154325" cy="181850"/>
          </a:xfrm>
        </p:grpSpPr>
        <p:sp>
          <p:nvSpPr>
            <p:cNvPr id="88" name="Google Shape;88;p16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" name="Google Shape;90;p16"/>
          <p:cNvGrpSpPr/>
          <p:nvPr/>
        </p:nvGrpSpPr>
        <p:grpSpPr>
          <a:xfrm>
            <a:off x="6210609" y="3491809"/>
            <a:ext cx="154325" cy="181850"/>
            <a:chOff x="6439200" y="3003650"/>
            <a:chExt cx="154325" cy="181850"/>
          </a:xfrm>
        </p:grpSpPr>
        <p:sp>
          <p:nvSpPr>
            <p:cNvPr id="91" name="Google Shape;91;p16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" name="Google Shape;93;p16"/>
          <p:cNvGrpSpPr/>
          <p:nvPr/>
        </p:nvGrpSpPr>
        <p:grpSpPr>
          <a:xfrm>
            <a:off x="6439209" y="3491809"/>
            <a:ext cx="154325" cy="181850"/>
            <a:chOff x="6439200" y="3003650"/>
            <a:chExt cx="154325" cy="181850"/>
          </a:xfrm>
        </p:grpSpPr>
        <p:sp>
          <p:nvSpPr>
            <p:cNvPr id="94" name="Google Shape;94;p16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" name="Google Shape;96;p16"/>
          <p:cNvGrpSpPr/>
          <p:nvPr/>
        </p:nvGrpSpPr>
        <p:grpSpPr>
          <a:xfrm>
            <a:off x="6667809" y="3491809"/>
            <a:ext cx="154325" cy="181850"/>
            <a:chOff x="6439200" y="3003650"/>
            <a:chExt cx="154325" cy="181850"/>
          </a:xfrm>
        </p:grpSpPr>
        <p:sp>
          <p:nvSpPr>
            <p:cNvPr id="97" name="Google Shape;97;p16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16"/>
          <p:cNvSpPr/>
          <p:nvPr/>
        </p:nvSpPr>
        <p:spPr>
          <a:xfrm>
            <a:off x="7283350" y="2620538"/>
            <a:ext cx="1722900" cy="530100"/>
          </a:xfrm>
          <a:prstGeom prst="wedgeRoundRectCallout">
            <a:avLst>
              <a:gd fmla="val -73074" name="adj1"/>
              <a:gd fmla="val 78747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99999"/>
                </a:solidFill>
              </a:rPr>
              <a:t>After the MVP is accessible to the customer feedback will be collected and worked in.</a:t>
            </a:r>
            <a:endParaRPr sz="7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Lithodat internal Timeline</a:t>
            </a:r>
            <a:endParaRPr/>
          </a:p>
        </p:txBody>
      </p:sp>
      <p:pic>
        <p:nvPicPr>
          <p:cNvPr id="105" name="Google Shape;105;p17"/>
          <p:cNvPicPr preferRelativeResize="0"/>
          <p:nvPr/>
        </p:nvPicPr>
        <p:blipFill rotWithShape="1">
          <a:blip r:embed="rId3">
            <a:alphaModFix/>
          </a:blip>
          <a:srcRect b="6059" l="0" r="0" t="0"/>
          <a:stretch/>
        </p:blipFill>
        <p:spPr>
          <a:xfrm>
            <a:off x="404025" y="875150"/>
            <a:ext cx="8206575" cy="402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/>
          <p:nvPr/>
        </p:nvSpPr>
        <p:spPr>
          <a:xfrm>
            <a:off x="6080900" y="2174200"/>
            <a:ext cx="240600" cy="122700"/>
          </a:xfrm>
          <a:prstGeom prst="leftRightArrow">
            <a:avLst>
              <a:gd fmla="val 19967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p17"/>
          <p:cNvCxnSpPr/>
          <p:nvPr/>
        </p:nvCxnSpPr>
        <p:spPr>
          <a:xfrm>
            <a:off x="6105450" y="3239225"/>
            <a:ext cx="0" cy="68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8" name="Google Shape;108;p17"/>
          <p:cNvGrpSpPr/>
          <p:nvPr/>
        </p:nvGrpSpPr>
        <p:grpSpPr>
          <a:xfrm>
            <a:off x="6210600" y="3232250"/>
            <a:ext cx="154325" cy="181850"/>
            <a:chOff x="6439200" y="3003650"/>
            <a:chExt cx="154325" cy="181850"/>
          </a:xfrm>
        </p:grpSpPr>
        <p:sp>
          <p:nvSpPr>
            <p:cNvPr id="109" name="Google Shape;109;p17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" name="Google Shape;111;p17"/>
          <p:cNvGrpSpPr/>
          <p:nvPr/>
        </p:nvGrpSpPr>
        <p:grpSpPr>
          <a:xfrm>
            <a:off x="6439200" y="3222434"/>
            <a:ext cx="154325" cy="181850"/>
            <a:chOff x="6439200" y="3003650"/>
            <a:chExt cx="154325" cy="181850"/>
          </a:xfrm>
        </p:grpSpPr>
        <p:sp>
          <p:nvSpPr>
            <p:cNvPr id="112" name="Google Shape;112;p17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" name="Google Shape;114;p17"/>
          <p:cNvGrpSpPr/>
          <p:nvPr/>
        </p:nvGrpSpPr>
        <p:grpSpPr>
          <a:xfrm>
            <a:off x="6657984" y="3222434"/>
            <a:ext cx="154325" cy="181850"/>
            <a:chOff x="6439200" y="3003650"/>
            <a:chExt cx="154325" cy="181850"/>
          </a:xfrm>
        </p:grpSpPr>
        <p:sp>
          <p:nvSpPr>
            <p:cNvPr id="115" name="Google Shape;115;p17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" name="Google Shape;117;p17"/>
          <p:cNvGrpSpPr/>
          <p:nvPr/>
        </p:nvGrpSpPr>
        <p:grpSpPr>
          <a:xfrm>
            <a:off x="6210609" y="3491809"/>
            <a:ext cx="154325" cy="181850"/>
            <a:chOff x="6439200" y="3003650"/>
            <a:chExt cx="154325" cy="181850"/>
          </a:xfrm>
        </p:grpSpPr>
        <p:sp>
          <p:nvSpPr>
            <p:cNvPr id="118" name="Google Shape;118;p17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" name="Google Shape;120;p17"/>
          <p:cNvGrpSpPr/>
          <p:nvPr/>
        </p:nvGrpSpPr>
        <p:grpSpPr>
          <a:xfrm>
            <a:off x="6439209" y="3491809"/>
            <a:ext cx="154325" cy="181850"/>
            <a:chOff x="6439200" y="3003650"/>
            <a:chExt cx="154325" cy="181850"/>
          </a:xfrm>
        </p:grpSpPr>
        <p:sp>
          <p:nvSpPr>
            <p:cNvPr id="121" name="Google Shape;121;p17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" name="Google Shape;123;p17"/>
          <p:cNvGrpSpPr/>
          <p:nvPr/>
        </p:nvGrpSpPr>
        <p:grpSpPr>
          <a:xfrm>
            <a:off x="6667809" y="3491809"/>
            <a:ext cx="154325" cy="181850"/>
            <a:chOff x="6439200" y="3003650"/>
            <a:chExt cx="154325" cy="181850"/>
          </a:xfrm>
        </p:grpSpPr>
        <p:sp>
          <p:nvSpPr>
            <p:cNvPr id="124" name="Google Shape;124;p17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7"/>
          <p:cNvSpPr/>
          <p:nvPr/>
        </p:nvSpPr>
        <p:spPr>
          <a:xfrm>
            <a:off x="6846559" y="3327558"/>
            <a:ext cx="775500" cy="142500"/>
          </a:xfrm>
          <a:prstGeom prst="rect">
            <a:avLst/>
          </a:prstGeom>
          <a:solidFill>
            <a:srgbClr val="9F8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6846559" y="3592840"/>
            <a:ext cx="775500" cy="142500"/>
          </a:xfrm>
          <a:prstGeom prst="rect">
            <a:avLst/>
          </a:prstGeom>
          <a:solidFill>
            <a:srgbClr val="9F8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" name="Google Shape;128;p17"/>
          <p:cNvGrpSpPr/>
          <p:nvPr/>
        </p:nvGrpSpPr>
        <p:grpSpPr>
          <a:xfrm>
            <a:off x="6896400" y="3232250"/>
            <a:ext cx="154325" cy="181850"/>
            <a:chOff x="6439200" y="3003650"/>
            <a:chExt cx="154325" cy="181850"/>
          </a:xfrm>
        </p:grpSpPr>
        <p:sp>
          <p:nvSpPr>
            <p:cNvPr id="129" name="Google Shape;129;p17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" name="Google Shape;131;p17"/>
          <p:cNvGrpSpPr/>
          <p:nvPr/>
        </p:nvGrpSpPr>
        <p:grpSpPr>
          <a:xfrm>
            <a:off x="7125000" y="3222434"/>
            <a:ext cx="154325" cy="181850"/>
            <a:chOff x="6439200" y="3003650"/>
            <a:chExt cx="154325" cy="181850"/>
          </a:xfrm>
        </p:grpSpPr>
        <p:sp>
          <p:nvSpPr>
            <p:cNvPr id="132" name="Google Shape;132;p17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17"/>
          <p:cNvGrpSpPr/>
          <p:nvPr/>
        </p:nvGrpSpPr>
        <p:grpSpPr>
          <a:xfrm>
            <a:off x="7343784" y="3222434"/>
            <a:ext cx="154325" cy="181850"/>
            <a:chOff x="6439200" y="3003650"/>
            <a:chExt cx="154325" cy="181850"/>
          </a:xfrm>
        </p:grpSpPr>
        <p:sp>
          <p:nvSpPr>
            <p:cNvPr id="135" name="Google Shape;135;p17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" name="Google Shape;137;p17"/>
          <p:cNvGrpSpPr/>
          <p:nvPr/>
        </p:nvGrpSpPr>
        <p:grpSpPr>
          <a:xfrm>
            <a:off x="6896409" y="3491809"/>
            <a:ext cx="154325" cy="181850"/>
            <a:chOff x="6439200" y="3003650"/>
            <a:chExt cx="154325" cy="181850"/>
          </a:xfrm>
        </p:grpSpPr>
        <p:sp>
          <p:nvSpPr>
            <p:cNvPr id="138" name="Google Shape;138;p17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17"/>
          <p:cNvGrpSpPr/>
          <p:nvPr/>
        </p:nvGrpSpPr>
        <p:grpSpPr>
          <a:xfrm>
            <a:off x="7125009" y="3491809"/>
            <a:ext cx="154325" cy="181850"/>
            <a:chOff x="6439200" y="3003650"/>
            <a:chExt cx="154325" cy="181850"/>
          </a:xfrm>
        </p:grpSpPr>
        <p:sp>
          <p:nvSpPr>
            <p:cNvPr id="141" name="Google Shape;141;p17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7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" name="Google Shape;143;p17"/>
          <p:cNvGrpSpPr/>
          <p:nvPr/>
        </p:nvGrpSpPr>
        <p:grpSpPr>
          <a:xfrm>
            <a:off x="7353609" y="3491809"/>
            <a:ext cx="154325" cy="181850"/>
            <a:chOff x="6439200" y="3003650"/>
            <a:chExt cx="154325" cy="181850"/>
          </a:xfrm>
        </p:grpSpPr>
        <p:sp>
          <p:nvSpPr>
            <p:cNvPr id="144" name="Google Shape;144;p17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7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46" name="Google Shape;146;p17"/>
          <p:cNvCxnSpPr/>
          <p:nvPr/>
        </p:nvCxnSpPr>
        <p:spPr>
          <a:xfrm>
            <a:off x="6458825" y="3754550"/>
            <a:ext cx="574200" cy="7116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7"/>
          <p:cNvCxnSpPr/>
          <p:nvPr/>
        </p:nvCxnSpPr>
        <p:spPr>
          <a:xfrm>
            <a:off x="6772925" y="3744750"/>
            <a:ext cx="324000" cy="6480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7"/>
          <p:cNvCxnSpPr/>
          <p:nvPr/>
        </p:nvCxnSpPr>
        <p:spPr>
          <a:xfrm>
            <a:off x="7077725" y="3744750"/>
            <a:ext cx="210600" cy="6528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17"/>
          <p:cNvCxnSpPr/>
          <p:nvPr/>
        </p:nvCxnSpPr>
        <p:spPr>
          <a:xfrm>
            <a:off x="7382525" y="3744750"/>
            <a:ext cx="161100" cy="6528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" name="Google Shape;150;p17"/>
          <p:cNvSpPr/>
          <p:nvPr/>
        </p:nvSpPr>
        <p:spPr>
          <a:xfrm>
            <a:off x="7582200" y="2923575"/>
            <a:ext cx="1502400" cy="799200"/>
          </a:xfrm>
          <a:prstGeom prst="wedgeRoundRectCallout">
            <a:avLst>
              <a:gd fmla="val -54502" name="adj1"/>
              <a:gd fmla="val 79220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999999"/>
                </a:solidFill>
              </a:rPr>
              <a:t>Also, from a Lithodat point of view the iterative improvement phase can be prolonged by multiple deployments to the production stage.</a:t>
            </a:r>
            <a:endParaRPr sz="7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Ontology</a:t>
            </a:r>
            <a:endParaRPr/>
          </a:p>
        </p:txBody>
      </p:sp>
      <p:pic>
        <p:nvPicPr>
          <p:cNvPr id="156" name="Google Shape;15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941525"/>
            <a:ext cx="6381327" cy="404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598" y="703375"/>
            <a:ext cx="7284950" cy="410657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Lithodat internal Timeline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598" y="703375"/>
            <a:ext cx="7284950" cy="4106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Lithodat internal Timeline</a:t>
            </a:r>
            <a:endParaRPr/>
          </a:p>
        </p:txBody>
      </p:sp>
      <p:grpSp>
        <p:nvGrpSpPr>
          <p:cNvPr id="174" name="Google Shape;174;p21"/>
          <p:cNvGrpSpPr/>
          <p:nvPr/>
        </p:nvGrpSpPr>
        <p:grpSpPr>
          <a:xfrm>
            <a:off x="6134400" y="1850834"/>
            <a:ext cx="154325" cy="181850"/>
            <a:chOff x="6439200" y="3003650"/>
            <a:chExt cx="154325" cy="181850"/>
          </a:xfrm>
        </p:grpSpPr>
        <p:sp>
          <p:nvSpPr>
            <p:cNvPr id="175" name="Google Shape;175;p21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1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" name="Google Shape;177;p21"/>
          <p:cNvGrpSpPr/>
          <p:nvPr/>
        </p:nvGrpSpPr>
        <p:grpSpPr>
          <a:xfrm>
            <a:off x="6353184" y="1850834"/>
            <a:ext cx="154325" cy="181850"/>
            <a:chOff x="6439200" y="3003650"/>
            <a:chExt cx="154325" cy="181850"/>
          </a:xfrm>
        </p:grpSpPr>
        <p:sp>
          <p:nvSpPr>
            <p:cNvPr id="178" name="Google Shape;178;p21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1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" name="Google Shape;180;p21"/>
          <p:cNvSpPr/>
          <p:nvPr/>
        </p:nvSpPr>
        <p:spPr>
          <a:xfrm>
            <a:off x="6397350" y="2069775"/>
            <a:ext cx="1041300" cy="153900"/>
          </a:xfrm>
          <a:prstGeom prst="rect">
            <a:avLst/>
          </a:prstGeom>
          <a:solidFill>
            <a:srgbClr val="9F8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21"/>
          <p:cNvGrpSpPr/>
          <p:nvPr/>
        </p:nvGrpSpPr>
        <p:grpSpPr>
          <a:xfrm>
            <a:off x="6591600" y="1860650"/>
            <a:ext cx="154325" cy="181850"/>
            <a:chOff x="6439200" y="3003650"/>
            <a:chExt cx="154325" cy="181850"/>
          </a:xfrm>
        </p:grpSpPr>
        <p:sp>
          <p:nvSpPr>
            <p:cNvPr id="182" name="Google Shape;182;p21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1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" name="Google Shape;184;p21"/>
          <p:cNvGrpSpPr/>
          <p:nvPr/>
        </p:nvGrpSpPr>
        <p:grpSpPr>
          <a:xfrm>
            <a:off x="6820200" y="1850834"/>
            <a:ext cx="154325" cy="181850"/>
            <a:chOff x="6439200" y="3003650"/>
            <a:chExt cx="154325" cy="181850"/>
          </a:xfrm>
        </p:grpSpPr>
        <p:sp>
          <p:nvSpPr>
            <p:cNvPr id="185" name="Google Shape;185;p21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1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" name="Google Shape;187;p21"/>
          <p:cNvGrpSpPr/>
          <p:nvPr/>
        </p:nvGrpSpPr>
        <p:grpSpPr>
          <a:xfrm>
            <a:off x="7038984" y="1850834"/>
            <a:ext cx="154325" cy="181850"/>
            <a:chOff x="6439200" y="3003650"/>
            <a:chExt cx="154325" cy="181850"/>
          </a:xfrm>
        </p:grpSpPr>
        <p:sp>
          <p:nvSpPr>
            <p:cNvPr id="188" name="Google Shape;188;p21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1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21"/>
          <p:cNvSpPr/>
          <p:nvPr/>
        </p:nvSpPr>
        <p:spPr>
          <a:xfrm>
            <a:off x="5689275" y="2223675"/>
            <a:ext cx="747600" cy="15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Adapter 3</a:t>
            </a:r>
            <a:endParaRPr sz="600"/>
          </a:p>
        </p:txBody>
      </p:sp>
      <p:sp>
        <p:nvSpPr>
          <p:cNvPr id="191" name="Google Shape;191;p21"/>
          <p:cNvSpPr/>
          <p:nvPr/>
        </p:nvSpPr>
        <p:spPr>
          <a:xfrm>
            <a:off x="6281300" y="2376075"/>
            <a:ext cx="192300" cy="15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A. 1</a:t>
            </a:r>
            <a:endParaRPr sz="600"/>
          </a:p>
        </p:txBody>
      </p:sp>
      <p:sp>
        <p:nvSpPr>
          <p:cNvPr id="192" name="Google Shape;192;p21"/>
          <p:cNvSpPr/>
          <p:nvPr/>
        </p:nvSpPr>
        <p:spPr>
          <a:xfrm>
            <a:off x="6433700" y="2528475"/>
            <a:ext cx="192300" cy="15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A. 2</a:t>
            </a:r>
            <a:endParaRPr sz="600"/>
          </a:p>
        </p:txBody>
      </p:sp>
      <p:sp>
        <p:nvSpPr>
          <p:cNvPr id="193" name="Google Shape;193;p21"/>
          <p:cNvSpPr/>
          <p:nvPr/>
        </p:nvSpPr>
        <p:spPr>
          <a:xfrm>
            <a:off x="6617444" y="2680875"/>
            <a:ext cx="202800" cy="15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A. 4</a:t>
            </a:r>
            <a:endParaRPr sz="600"/>
          </a:p>
        </p:txBody>
      </p:sp>
      <p:sp>
        <p:nvSpPr>
          <p:cNvPr id="194" name="Google Shape;194;p21"/>
          <p:cNvSpPr/>
          <p:nvPr/>
        </p:nvSpPr>
        <p:spPr>
          <a:xfrm>
            <a:off x="6777138" y="2833275"/>
            <a:ext cx="202800" cy="15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A. 5</a:t>
            </a:r>
            <a:endParaRPr sz="600"/>
          </a:p>
        </p:txBody>
      </p:sp>
      <p:sp>
        <p:nvSpPr>
          <p:cNvPr id="195" name="Google Shape;195;p21"/>
          <p:cNvSpPr/>
          <p:nvPr/>
        </p:nvSpPr>
        <p:spPr>
          <a:xfrm>
            <a:off x="6981688" y="2985675"/>
            <a:ext cx="202800" cy="15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A. 6</a:t>
            </a:r>
            <a:endParaRPr sz="600"/>
          </a:p>
        </p:txBody>
      </p:sp>
      <p:grpSp>
        <p:nvGrpSpPr>
          <p:cNvPr id="196" name="Google Shape;196;p21"/>
          <p:cNvGrpSpPr/>
          <p:nvPr/>
        </p:nvGrpSpPr>
        <p:grpSpPr>
          <a:xfrm>
            <a:off x="7267584" y="1850834"/>
            <a:ext cx="154325" cy="181850"/>
            <a:chOff x="6439200" y="3003650"/>
            <a:chExt cx="154325" cy="181850"/>
          </a:xfrm>
        </p:grpSpPr>
        <p:sp>
          <p:nvSpPr>
            <p:cNvPr id="197" name="Google Shape;197;p21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1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 Mails with instructions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311700" y="1022925"/>
            <a:ext cx="282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Who are the </a:t>
            </a:r>
            <a:r>
              <a:rPr lang="en" sz="1800">
                <a:solidFill>
                  <a:schemeClr val="dk2"/>
                </a:solidFill>
              </a:rPr>
              <a:t>recipients</a:t>
            </a:r>
            <a:r>
              <a:rPr lang="en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5" name="Google Shape;2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797650"/>
            <a:ext cx="3603575" cy="204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/>
          <p:nvPr/>
        </p:nvSpPr>
        <p:spPr>
          <a:xfrm>
            <a:off x="181600" y="186500"/>
            <a:ext cx="5114100" cy="418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