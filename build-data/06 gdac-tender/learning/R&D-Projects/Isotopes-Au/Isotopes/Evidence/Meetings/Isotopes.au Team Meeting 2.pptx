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572f910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572f910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fc73427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fc73427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52591b32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52591b32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70cc2f19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70cc2f19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52591b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52591b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a89e80f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a89e80f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52591b324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52591b32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675" y="41150"/>
            <a:ext cx="7334327" cy="50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5862797" y="2341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63" name="Google Shape;63;p14"/>
          <p:cNvSpPr/>
          <p:nvPr/>
        </p:nvSpPr>
        <p:spPr>
          <a:xfrm>
            <a:off x="7841947" y="43060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64" name="Google Shape;64;p14"/>
          <p:cNvSpPr/>
          <p:nvPr/>
        </p:nvSpPr>
        <p:spPr>
          <a:xfrm>
            <a:off x="3886222" y="2385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65" name="Google Shape;65;p14"/>
          <p:cNvSpPr/>
          <p:nvPr/>
        </p:nvSpPr>
        <p:spPr>
          <a:xfrm>
            <a:off x="338010" y="14241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66" name="Google Shape;66;p14"/>
          <p:cNvSpPr/>
          <p:nvPr/>
        </p:nvSpPr>
        <p:spPr>
          <a:xfrm>
            <a:off x="338010" y="32661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  <p:sp>
        <p:nvSpPr>
          <p:cNvPr id="67" name="Google Shape;67;p14"/>
          <p:cNvSpPr txBox="1"/>
          <p:nvPr/>
        </p:nvSpPr>
        <p:spPr>
          <a:xfrm>
            <a:off x="93938" y="2018525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Technically Working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93938" y="39645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Ready for Production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74" name="Google Shape;74;p15"/>
          <p:cNvGrpSpPr/>
          <p:nvPr/>
        </p:nvGrpSpPr>
        <p:grpSpPr>
          <a:xfrm>
            <a:off x="392875" y="941525"/>
            <a:ext cx="6978824" cy="4168324"/>
            <a:chOff x="392875" y="941525"/>
            <a:chExt cx="6978824" cy="4168324"/>
          </a:xfrm>
        </p:grpSpPr>
        <p:sp>
          <p:nvSpPr>
            <p:cNvPr id="75" name="Google Shape;75;p15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" name="Google Shape;7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5"/>
            <p:cNvSpPr/>
            <p:nvPr/>
          </p:nvSpPr>
          <p:spPr>
            <a:xfrm>
              <a:off x="5979975" y="3592600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5987210" y="2287384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6"/>
          <p:cNvGrpSpPr/>
          <p:nvPr/>
        </p:nvGrpSpPr>
        <p:grpSpPr>
          <a:xfrm>
            <a:off x="392875" y="941525"/>
            <a:ext cx="6978824" cy="4168324"/>
            <a:chOff x="392875" y="941525"/>
            <a:chExt cx="6978824" cy="4168324"/>
          </a:xfrm>
        </p:grpSpPr>
        <p:sp>
          <p:nvSpPr>
            <p:cNvPr id="84" name="Google Shape;84;p16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6"/>
            <p:cNvSpPr/>
            <p:nvPr/>
          </p:nvSpPr>
          <p:spPr>
            <a:xfrm>
              <a:off x="5979975" y="3592600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5987210" y="2287384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397350" y="2069775"/>
            <a:ext cx="1041300" cy="1539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923650" y="2417850"/>
            <a:ext cx="6909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Adapter 3</a:t>
            </a:r>
            <a:endParaRPr sz="600"/>
          </a:p>
        </p:txBody>
      </p:sp>
      <p:grpSp>
        <p:nvGrpSpPr>
          <p:cNvPr id="91" name="Google Shape;91;p16"/>
          <p:cNvGrpSpPr/>
          <p:nvPr/>
        </p:nvGrpSpPr>
        <p:grpSpPr>
          <a:xfrm>
            <a:off x="5653221" y="2404861"/>
            <a:ext cx="154325" cy="181850"/>
            <a:chOff x="6439200" y="3003650"/>
            <a:chExt cx="154325" cy="181850"/>
          </a:xfrm>
        </p:grpSpPr>
        <p:sp>
          <p:nvSpPr>
            <p:cNvPr id="92" name="Google Shape;92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77100" y="1336463"/>
            <a:ext cx="1451700" cy="28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Adapter 3</a:t>
            </a:r>
            <a:endParaRPr sz="600"/>
          </a:p>
        </p:txBody>
      </p:sp>
      <p:grpSp>
        <p:nvGrpSpPr>
          <p:cNvPr id="100" name="Google Shape;100;p17"/>
          <p:cNvGrpSpPr/>
          <p:nvPr/>
        </p:nvGrpSpPr>
        <p:grpSpPr>
          <a:xfrm>
            <a:off x="2042093" y="1285259"/>
            <a:ext cx="328527" cy="387122"/>
            <a:chOff x="6439200" y="3003650"/>
            <a:chExt cx="154325" cy="181850"/>
          </a:xfrm>
        </p:grpSpPr>
        <p:sp>
          <p:nvSpPr>
            <p:cNvPr id="101" name="Google Shape;101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7"/>
          <p:cNvSpPr txBox="1"/>
          <p:nvPr/>
        </p:nvSpPr>
        <p:spPr>
          <a:xfrm>
            <a:off x="3617125" y="1109375"/>
            <a:ext cx="3945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Example for Feedback on Adapter 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SAMPLE_TYPE Mappings needs specification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8"/>
          <p:cNvGrpSpPr/>
          <p:nvPr/>
        </p:nvGrpSpPr>
        <p:grpSpPr>
          <a:xfrm>
            <a:off x="392875" y="941525"/>
            <a:ext cx="6978824" cy="4168324"/>
            <a:chOff x="392875" y="941525"/>
            <a:chExt cx="6978824" cy="4168324"/>
          </a:xfrm>
        </p:grpSpPr>
        <p:sp>
          <p:nvSpPr>
            <p:cNvPr id="109" name="Google Shape;109;p18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8"/>
            <p:cNvSpPr/>
            <p:nvPr/>
          </p:nvSpPr>
          <p:spPr>
            <a:xfrm>
              <a:off x="5979975" y="3592600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5987210" y="2287384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5519305" y="2437466"/>
            <a:ext cx="122411" cy="144243"/>
            <a:chOff x="6439200" y="3003650"/>
            <a:chExt cx="154325" cy="181850"/>
          </a:xfrm>
        </p:grpSpPr>
        <p:sp>
          <p:nvSpPr>
            <p:cNvPr id="115" name="Google Shape;115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18"/>
          <p:cNvGrpSpPr/>
          <p:nvPr/>
        </p:nvGrpSpPr>
        <p:grpSpPr>
          <a:xfrm>
            <a:off x="6408009" y="3221141"/>
            <a:ext cx="122411" cy="144243"/>
            <a:chOff x="6439200" y="3003650"/>
            <a:chExt cx="154325" cy="181850"/>
          </a:xfrm>
        </p:grpSpPr>
        <p:sp>
          <p:nvSpPr>
            <p:cNvPr id="118" name="Google Shape;118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8"/>
          <p:cNvSpPr/>
          <p:nvPr/>
        </p:nvSpPr>
        <p:spPr>
          <a:xfrm>
            <a:off x="4927275" y="2432650"/>
            <a:ext cx="5745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Adapter 3</a:t>
            </a:r>
            <a:endParaRPr sz="600"/>
          </a:p>
        </p:txBody>
      </p:sp>
      <p:sp>
        <p:nvSpPr>
          <p:cNvPr id="121" name="Google Shape;121;p18"/>
          <p:cNvSpPr/>
          <p:nvPr/>
        </p:nvSpPr>
        <p:spPr>
          <a:xfrm>
            <a:off x="6195284" y="3217071"/>
            <a:ext cx="1923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1</a:t>
            </a:r>
            <a:endParaRPr sz="600"/>
          </a:p>
        </p:txBody>
      </p:sp>
      <p:sp>
        <p:nvSpPr>
          <p:cNvPr id="122" name="Google Shape;122;p18"/>
          <p:cNvSpPr/>
          <p:nvPr/>
        </p:nvSpPr>
        <p:spPr>
          <a:xfrm>
            <a:off x="5890484" y="2889843"/>
            <a:ext cx="1923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2</a:t>
            </a:r>
            <a:endParaRPr sz="600"/>
          </a:p>
        </p:txBody>
      </p:sp>
      <p:sp>
        <p:nvSpPr>
          <p:cNvPr id="123" name="Google Shape;123;p18"/>
          <p:cNvSpPr/>
          <p:nvPr/>
        </p:nvSpPr>
        <p:spPr>
          <a:xfrm>
            <a:off x="6074228" y="3042243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4</a:t>
            </a:r>
            <a:endParaRPr sz="600"/>
          </a:p>
        </p:txBody>
      </p:sp>
      <p:sp>
        <p:nvSpPr>
          <p:cNvPr id="124" name="Google Shape;124;p18"/>
          <p:cNvSpPr/>
          <p:nvPr/>
        </p:nvSpPr>
        <p:spPr>
          <a:xfrm>
            <a:off x="5471922" y="2585043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5</a:t>
            </a:r>
            <a:endParaRPr sz="600"/>
          </a:p>
        </p:txBody>
      </p:sp>
      <p:sp>
        <p:nvSpPr>
          <p:cNvPr id="125" name="Google Shape;125;p18"/>
          <p:cNvSpPr/>
          <p:nvPr/>
        </p:nvSpPr>
        <p:spPr>
          <a:xfrm>
            <a:off x="5676472" y="2737443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6</a:t>
            </a:r>
            <a:endParaRPr sz="600"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6110685" y="2893913"/>
            <a:ext cx="122411" cy="144243"/>
            <a:chOff x="6439200" y="3003650"/>
            <a:chExt cx="154325" cy="181850"/>
          </a:xfrm>
        </p:grpSpPr>
        <p:sp>
          <p:nvSpPr>
            <p:cNvPr id="127" name="Google Shape;127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8"/>
          <p:cNvGrpSpPr/>
          <p:nvPr/>
        </p:nvGrpSpPr>
        <p:grpSpPr>
          <a:xfrm>
            <a:off x="6278037" y="3046313"/>
            <a:ext cx="122411" cy="144243"/>
            <a:chOff x="6439200" y="3003650"/>
            <a:chExt cx="154325" cy="181850"/>
          </a:xfrm>
        </p:grpSpPr>
        <p:sp>
          <p:nvSpPr>
            <p:cNvPr id="130" name="Google Shape;130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18"/>
          <p:cNvGrpSpPr/>
          <p:nvPr/>
        </p:nvGrpSpPr>
        <p:grpSpPr>
          <a:xfrm>
            <a:off x="5683389" y="2589113"/>
            <a:ext cx="122411" cy="144243"/>
            <a:chOff x="6439200" y="3003650"/>
            <a:chExt cx="154325" cy="181850"/>
          </a:xfrm>
        </p:grpSpPr>
        <p:sp>
          <p:nvSpPr>
            <p:cNvPr id="133" name="Google Shape;133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18"/>
          <p:cNvGrpSpPr/>
          <p:nvPr/>
        </p:nvGrpSpPr>
        <p:grpSpPr>
          <a:xfrm>
            <a:off x="5910549" y="2741513"/>
            <a:ext cx="122411" cy="144243"/>
            <a:chOff x="6439200" y="3003650"/>
            <a:chExt cx="154325" cy="181850"/>
          </a:xfrm>
        </p:grpSpPr>
        <p:sp>
          <p:nvSpPr>
            <p:cNvPr id="136" name="Google Shape;136;p18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9"/>
          <p:cNvGrpSpPr/>
          <p:nvPr/>
        </p:nvGrpSpPr>
        <p:grpSpPr>
          <a:xfrm>
            <a:off x="392875" y="941525"/>
            <a:ext cx="6978824" cy="4168324"/>
            <a:chOff x="392875" y="941525"/>
            <a:chExt cx="6978824" cy="4168324"/>
          </a:xfrm>
        </p:grpSpPr>
        <p:sp>
          <p:nvSpPr>
            <p:cNvPr id="143" name="Google Shape;143;p19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" name="Google Shape;14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9"/>
            <p:cNvSpPr/>
            <p:nvPr/>
          </p:nvSpPr>
          <p:spPr>
            <a:xfrm>
              <a:off x="5979975" y="3592600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5987210" y="2287384"/>
              <a:ext cx="5916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48" name="Google Shape;148;p19"/>
          <p:cNvGrpSpPr/>
          <p:nvPr/>
        </p:nvGrpSpPr>
        <p:grpSpPr>
          <a:xfrm>
            <a:off x="5682789" y="3569677"/>
            <a:ext cx="154325" cy="181850"/>
            <a:chOff x="6439200" y="3003650"/>
            <a:chExt cx="154325" cy="181850"/>
          </a:xfrm>
        </p:grpSpPr>
        <p:sp>
          <p:nvSpPr>
            <p:cNvPr id="149" name="Google Shape;149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5911389" y="3569677"/>
            <a:ext cx="154325" cy="181850"/>
            <a:chOff x="6439200" y="3003650"/>
            <a:chExt cx="154325" cy="181850"/>
          </a:xfrm>
        </p:grpSpPr>
        <p:sp>
          <p:nvSpPr>
            <p:cNvPr id="152" name="Google Shape;152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9"/>
          <p:cNvGrpSpPr/>
          <p:nvPr/>
        </p:nvGrpSpPr>
        <p:grpSpPr>
          <a:xfrm>
            <a:off x="6139989" y="3569677"/>
            <a:ext cx="154325" cy="181850"/>
            <a:chOff x="6439200" y="3003650"/>
            <a:chExt cx="154325" cy="181850"/>
          </a:xfrm>
        </p:grpSpPr>
        <p:sp>
          <p:nvSpPr>
            <p:cNvPr id="155" name="Google Shape;155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6368589" y="3569677"/>
            <a:ext cx="154325" cy="181850"/>
            <a:chOff x="6439200" y="3003650"/>
            <a:chExt cx="154325" cy="181850"/>
          </a:xfrm>
        </p:grpSpPr>
        <p:sp>
          <p:nvSpPr>
            <p:cNvPr id="158" name="Google Shape;158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19"/>
          <p:cNvGrpSpPr/>
          <p:nvPr/>
        </p:nvGrpSpPr>
        <p:grpSpPr>
          <a:xfrm>
            <a:off x="5682789" y="2274277"/>
            <a:ext cx="154325" cy="181850"/>
            <a:chOff x="6439200" y="3003650"/>
            <a:chExt cx="154325" cy="181850"/>
          </a:xfrm>
        </p:grpSpPr>
        <p:sp>
          <p:nvSpPr>
            <p:cNvPr id="161" name="Google Shape;161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5911389" y="2274277"/>
            <a:ext cx="154325" cy="181850"/>
            <a:chOff x="6439200" y="3003650"/>
            <a:chExt cx="154325" cy="181850"/>
          </a:xfrm>
        </p:grpSpPr>
        <p:sp>
          <p:nvSpPr>
            <p:cNvPr id="164" name="Google Shape;164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6139989" y="2274277"/>
            <a:ext cx="154325" cy="181850"/>
            <a:chOff x="6439200" y="3003650"/>
            <a:chExt cx="154325" cy="181850"/>
          </a:xfrm>
        </p:grpSpPr>
        <p:sp>
          <p:nvSpPr>
            <p:cNvPr id="167" name="Google Shape;167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6368589" y="2274277"/>
            <a:ext cx="154325" cy="181850"/>
            <a:chOff x="6439200" y="3003650"/>
            <a:chExt cx="154325" cy="181850"/>
          </a:xfrm>
        </p:grpSpPr>
        <p:sp>
          <p:nvSpPr>
            <p:cNvPr id="170" name="Google Shape;170;p19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203725" y="29925"/>
            <a:ext cx="345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There is time for about 4 two week sprints</a:t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250" y="88888"/>
            <a:ext cx="3715401" cy="49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