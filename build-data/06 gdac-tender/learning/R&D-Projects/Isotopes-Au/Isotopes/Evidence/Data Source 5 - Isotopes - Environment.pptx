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Moritz Theile"/>
  <p:cmAuthor clrIdx="1" id="1" initials="" lastIdx="1" name="Lian Flic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195299-B66B-4C37-BBD2-0E3F6F09FE83}">
  <a:tblStyle styleId="{DB195299-B66B-4C37-BBD2-0E3F6F09FE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8-29T03:49:37.739">
    <p:pos x="196" y="725"/>
    <p:text>@lianflick@gmail.com Do you by any chance have the link to this video?</p:text>
  </p:cm>
  <p:cm authorId="1" idx="1" dt="2024-08-29T00:37:42.250">
    <p:pos x="196" y="725"/>
    <p:text>Hi @moritztheile@googlemail.com - I've linked the video. Please let me know if any issues accessing it.</p:text>
  </p:cm>
  <p:cm authorId="0" idx="2" dt="2024-08-29T03:49:37.739">
    <p:pos x="196" y="725"/>
    <p:text>Thanks, that worked!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6628f26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6628f26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b6628f26c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b6628f26c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6628f26c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6628f26c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907026d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6907026d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6628f26c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6628f26c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1d4e39d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1d4e39d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0a657ff0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0a657ff0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ortal.ga.gov.au/restore/822b9647-f9c6-4cea-a023-b3b4b7f6863a" TargetMode="External"/><Relationship Id="rId4" Type="http://schemas.openxmlformats.org/officeDocument/2006/relationships/hyperlink" Target="https://services.ga.gov.au/gis/geochronology-isotopes/wms?request=GetCapabilities&amp;service=WMS&amp;version=1.3.0" TargetMode="External"/><Relationship Id="rId9" Type="http://schemas.openxmlformats.org/officeDocument/2006/relationships/image" Target="../media/image2.png"/><Relationship Id="rId5" Type="http://schemas.openxmlformats.org/officeDocument/2006/relationships/hyperlink" Target="https://services.ga.gov.au/gis/geochronology-isotopes/web/" TargetMode="External"/><Relationship Id="rId6" Type="http://schemas.openxmlformats.org/officeDocument/2006/relationships/hyperlink" Target="https://portal.ga.gov.au/metadata/geochemistry/hydrochemistry/isotopes/2f5395d1-8849-404a-bf02-0b577f37a7ce" TargetMode="External"/><Relationship Id="rId7" Type="http://schemas.openxmlformats.org/officeDocument/2006/relationships/hyperlink" Target="https://portal.ga.gov.au/metadata/geochemistry/hydrochemistry/isotopes/2f5395d1-8849-404a-bf02-0b577f37a7ce" TargetMode="External"/><Relationship Id="rId8" Type="http://schemas.openxmlformats.org/officeDocument/2006/relationships/hyperlink" Target="https://services.ga.gov.au/gis/hydrochemistry/web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creativecommons.org/licenses/by/4.0/legalcode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open?id=1KS3wU2XoGEuJrvV-tqzk7ilre_OwUBUI&amp;usp=drive_fs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hyperlink" Target="https://services.ga.gov.au/gis/geochrology-isotopes/we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siroau.sharepoint.com/:v:/r/sites/Lithodatshared/Shared%20Documents/General/Meeting%20recordings,%20actions%20and%20decisions/Meeting%20recordings/GA%20datasource%205%20(x2)%20mapping-20240521.mp4?csf=1&amp;web=1&amp;e=IwfLvd" TargetMode="External"/><Relationship Id="rId4" Type="http://schemas.openxmlformats.org/officeDocument/2006/relationships/hyperlink" Target="https://drive.google.com/file/d/1P8-7xu287MtC0c1iv43ECO0cGIGacKeQ/view?usp=sharing" TargetMode="External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hyperlink" Target="https://csiroau.sharepoint.com/:v:/r/sites/Lithodatshared/Shared%20Documents/General/Meeting%20recordings,%20actions%20and%20decisions/Meeting%20recordings/GA%20datasource%205%20and%206%20mapping%20%5BSEC=OFFICIAL%5D-20240528_154135-Meeting%20Recording.mp4?csf=1&amp;web=1&amp;e=8plON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 5 - Isotopes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41275"/>
            <a:ext cx="8520600" cy="10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</a:rPr>
              <a:t>Environment Analysis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GA</a:t>
            </a:r>
            <a:endParaRPr sz="5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datasource: GA Portal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Description of datasource: Stable isotope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Mainly Sr isotopes </a:t>
            </a:r>
            <a:r>
              <a:rPr lang="en"/>
              <a:t>for</a:t>
            </a:r>
            <a:r>
              <a:rPr lang="en"/>
              <a:t> regolith data, ? for hydro samples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point data with location (lat,longs in GDA94)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Involved Persons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377375" y="164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{DB195299-B66B-4C37-BBD2-0E3F6F09FE83}</a:tableStyleId>
              </a:tblPr>
              <a:tblGrid>
                <a:gridCol w="4946675"/>
                <a:gridCol w="329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Name and email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Role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Geoff Fraser &lt;Geoff.Fraser@ga.gov.au&gt;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Director doe geochron and isotopes GA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aaron.sedgmen@ga.gov.au &lt;aaron.sedgmen@ga.gov.au&gt;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WFS/WMS data manager GA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Kathryn Waltenberg &lt;Kathryn.waltenberg@ga.gov.au&gt;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Regolith (rock/soil) isotope 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Steph Hawkins &lt;steph.hawkins@ga.gov.au&gt;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Hydro (water) isotope 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Access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</a:t>
            </a:r>
            <a:r>
              <a:rPr lang="en"/>
              <a:t>: Monthly updates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Size: ~around 5000 samples?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to access (sample code?):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On 2024-02-06 21:05, Flick, Lian (Data61, St. Lucia) wrote: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accent2"/>
                </a:solidFill>
              </a:rPr>
              <a:t>Geoscience Australia will connect data from 2 publicly available data sources:</a:t>
            </a:r>
            <a:endParaRPr sz="1100">
              <a:solidFill>
                <a:schemeClr val="accent2"/>
              </a:solidFill>
            </a:endParaRPr>
          </a:p>
          <a:p>
            <a:pPr indent="-287972" lvl="0" marL="8382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●"/>
            </a:pPr>
            <a:r>
              <a:rPr lang="en" sz="1100">
                <a:solidFill>
                  <a:schemeClr val="accent2"/>
                </a:solidFill>
              </a:rPr>
              <a:t>Rb-Sr Isotopes in Regolith</a:t>
            </a:r>
            <a:endParaRPr sz="1100">
              <a:solidFill>
                <a:schemeClr val="accent2"/>
              </a:solidFill>
            </a:endParaRPr>
          </a:p>
          <a:p>
            <a:pPr indent="0" lvl="0" marL="8382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https://portal.ga.gov.au/restore/822b9647-f9c6-4cea-a023-b3b4b7f6863a</a:t>
            </a:r>
            <a:endParaRPr sz="1100" u="sng">
              <a:solidFill>
                <a:schemeClr val="hlink"/>
              </a:solidFill>
            </a:endParaRPr>
          </a:p>
          <a:p>
            <a:pPr indent="0" lvl="0" marL="8382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https://services.ga.gov.au/gis/geochronology-isotopes/wms?request=GetCapabilities&amp;service=WMS&amp;version=1.3.0</a:t>
            </a:r>
            <a:endParaRPr sz="1100" u="sng">
              <a:solidFill>
                <a:schemeClr val="hlink"/>
              </a:solidFill>
            </a:endParaRPr>
          </a:p>
          <a:p>
            <a:pPr indent="0" lvl="0" marL="8382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https://services.ga.gov.au/gis/geochronology-isotopes/web/</a:t>
            </a:r>
            <a:endParaRPr sz="1100" u="sng">
              <a:solidFill>
                <a:schemeClr val="hlink"/>
              </a:solidFill>
            </a:endParaRPr>
          </a:p>
          <a:p>
            <a:pPr indent="-287972" lvl="0" marL="8382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●"/>
            </a:pPr>
            <a:r>
              <a:rPr lang="en" sz="1100">
                <a:solidFill>
                  <a:schemeClr val="accent2"/>
                </a:solidFill>
              </a:rPr>
              <a:t>Hydrogeochemistry – Isotopes</a:t>
            </a:r>
            <a:r>
              <a:rPr lang="en" sz="1100">
                <a:solidFill>
                  <a:schemeClr val="accent2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https://portal.ga.gov.au/metadata/geochemistry/hydrochemistry/isotopes/2f5395d1-8849-404a-bf02-0b577f37a7ce</a:t>
            </a:r>
            <a:endParaRPr sz="1100" u="sng">
              <a:solidFill>
                <a:schemeClr val="hlink"/>
              </a:solidFill>
            </a:endParaRPr>
          </a:p>
          <a:p>
            <a:pPr indent="0" lvl="0" marL="8382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8"/>
              </a:rPr>
              <a:t>https://services.ga.gov.au/gis/hydrochemistry/web/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41600" y="178243"/>
            <a:ext cx="4220275" cy="22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-37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Konfiguration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573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Institution: Geoscience Australia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Title: </a:t>
            </a:r>
            <a:r>
              <a:rPr lang="en">
                <a:highlight>
                  <a:srgbClr val="FFFFFF"/>
                </a:highlight>
              </a:rPr>
              <a:t>Geochronology and Isotopes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Description: 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</a:rPr>
              <a:t>Analytical data tables for publicly available isotope data from Geoscience Australia (GA). Each result links to information about the sample, analytical metadata, and the source publication.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Image: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License: </a:t>
            </a:r>
            <a:r>
              <a:rPr lang="en" u="sng">
                <a:solidFill>
                  <a:srgbClr val="0097A7"/>
                </a:solidFill>
                <a:highlight>
                  <a:srgbClr val="F5F5F5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Licence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7093" y="283125"/>
            <a:ext cx="2195399" cy="2172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6370400" y="1179700"/>
            <a:ext cx="1551300" cy="766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210200" y="572325"/>
            <a:ext cx="1133400" cy="241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6344900" y="330525"/>
            <a:ext cx="998700" cy="182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Institution</a:t>
            </a:r>
            <a:endParaRPr sz="900"/>
          </a:p>
        </p:txBody>
      </p:sp>
      <p:sp>
        <p:nvSpPr>
          <p:cNvPr id="85" name="Google Shape;85;p17"/>
          <p:cNvSpPr/>
          <p:nvPr/>
        </p:nvSpPr>
        <p:spPr>
          <a:xfrm>
            <a:off x="7500050" y="330525"/>
            <a:ext cx="681300" cy="536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Image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2024-02-06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Video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775" y="0"/>
            <a:ext cx="5469226" cy="252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673" y="1751875"/>
            <a:ext cx="2011575" cy="328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3674775" y="2660575"/>
            <a:ext cx="393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00:08:50 How to </a:t>
            </a:r>
            <a:r>
              <a:rPr lang="en">
                <a:solidFill>
                  <a:schemeClr val="dk2"/>
                </a:solidFill>
              </a:rPr>
              <a:t>access</a:t>
            </a:r>
            <a:r>
              <a:rPr lang="en">
                <a:solidFill>
                  <a:schemeClr val="dk2"/>
                </a:solidFill>
              </a:rPr>
              <a:t> data on GA portal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1300" y="3259922"/>
            <a:ext cx="4077974" cy="12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4029525" y="4506950"/>
            <a:ext cx="36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https://services.ga.gov.au/gis/geochrology-isotopes/web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(see 00:16:30)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on 2024-05-20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649575"/>
            <a:ext cx="339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video</a:t>
            </a:r>
            <a:r>
              <a:rPr lang="en"/>
              <a:t> </a:t>
            </a:r>
            <a:r>
              <a:rPr lang="en" sz="1400"/>
              <a:t>(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on Google Drive</a:t>
            </a:r>
            <a:r>
              <a:rPr lang="en" sz="1400"/>
              <a:t>)</a:t>
            </a:r>
            <a:endParaRPr sz="14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till ~05:00 recap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discussing mapping field by field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07:00 two data sources (Isotope and hydrochem)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11:00 starting of mapping (sampleName)</a:t>
            </a:r>
            <a:endParaRPr sz="1200"/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5">
            <a:alphaModFix/>
          </a:blip>
          <a:srcRect b="16043" l="0" r="24556" t="0"/>
          <a:stretch/>
        </p:blipFill>
        <p:spPr>
          <a:xfrm>
            <a:off x="3753325" y="612200"/>
            <a:ext cx="5078976" cy="27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on 2024-05-28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Link to Video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Adapter 6 Mapping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